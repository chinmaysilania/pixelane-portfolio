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9ACF-52EC-F139-D98F-A0A45B11D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7523A-B6A0-1270-5460-7934ED23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4BD9-D89C-A1A9-354F-48DB4D01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BBEFB-88B2-9129-0A87-61D5393E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44ACE-FCE1-3630-0E11-2F750CBA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1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9598-1B06-6306-1FE5-751B17F4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59E60-6B25-24EE-F4DD-994889065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36D9-91BE-9C48-B92E-B210A99C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2DD4-9929-82D9-DDD2-1F3C0CF7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E0BE-5360-9817-AB07-AC9BE81B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86E4-C926-B5A9-E531-79D255FD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59FC9-1E76-9CCA-357B-36EBD5784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4F96D-C4AD-B587-2613-0730B744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17E60-3E22-F3BD-4186-59D814D3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57C5-FD5B-A2F9-09BE-12CBC892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9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139D-971B-F0A7-99AA-87072EAA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ED178-E833-29AD-06BC-C7CBAEEDF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5FD38-1A4E-4A0B-62D1-D21344005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B2BD2-BC70-CD50-A0F8-212E3136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81E94-35AA-0FC7-AB0B-AF49393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925A8-F5F3-7C79-CC09-280F275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6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C88E-94E4-91A7-975D-084619877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955EE-C423-C588-184A-49BCC7556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F1910-3FA6-4E55-FA81-A0674FE2E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9DD10-D138-64C4-6BBE-BB5CDA164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39F8B-C75F-EB5C-2A86-29E1119EB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1C4961-12EC-83C9-63F9-4BD35426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37B37-B835-4554-9B3A-67EEA95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2A839-C5E7-ADC7-9423-5DA59417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6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CB79-6F07-A996-E968-4B289C89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040D7-ADC0-BA4D-25AB-3E517A24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97A7-D2D4-7A12-4D68-9C763D61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50BE7-A6DE-32B7-AC2D-82460B3A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16DC0-5CCD-6119-F1A9-AD8F808E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33BD4-A740-68C0-1D8E-06848FDC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195C-219D-EC2D-9D01-8C9D41E9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9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80C6-75A1-24BE-E6B2-89885E55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E46A0-1B85-8F6F-62DF-3049EDE27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F99A3-AB00-060B-0A1D-A3953C238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E32D0-C47D-1B74-50AF-F6882A95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DA17A-4987-3FBE-3E5F-7405FCF0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82FAD-1C44-5D97-618C-68D9E35F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3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5B27-F496-0D13-A69B-3EFD740C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9971B-B4A6-4A89-1067-329C17105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8B4C-6602-576D-4086-B7F758573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909B3-E63D-4AF5-3895-5946E15B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27846-7A70-68FE-D070-D1320515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21A38-4D7D-C200-3D39-D0B38CBE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4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9F89-ABFC-8B36-14EF-3CD1B246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CB549-2F3D-437F-1050-D08E30D2C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71635-32A2-38EE-163D-09B39E62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41F5-239A-36B5-5123-59838D2C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91F95-A499-EE92-C583-D32021F0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0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5E0F0-5590-78E7-55C4-0D855774E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FCC44-CD58-38E4-2F3A-528AA44C3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059D9-C02D-0AED-1A10-85B6753D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95565-38B3-4ACA-62A4-C93BEDAF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FD386-B05A-8D46-D11B-B98F44F6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876F4-A628-53A1-C3A4-C776F372F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DBC2B-42D2-78FA-0B5F-8AEEDB014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2E03-48D0-F31E-A125-64AFDC660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2231E-3EF3-4970-92D0-6C69A4A446D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0457-45E8-EAE0-74A4-CF99A9F89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3E502-FD63-7390-6C30-ACC529262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BE032-DB82-40B1-A276-63D7C2648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CE0B5-D935-99F6-AA97-6661A140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91" y="373045"/>
            <a:ext cx="10004809" cy="562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7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E833C-3A57-131C-18EC-B42B4C1DB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158261"/>
            <a:ext cx="10791930" cy="621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7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51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Silania</dc:creator>
  <cp:lastModifiedBy>Chinmay Silania</cp:lastModifiedBy>
  <cp:revision>1</cp:revision>
  <dcterms:created xsi:type="dcterms:W3CDTF">2026-04-16T12:32:59Z</dcterms:created>
  <dcterms:modified xsi:type="dcterms:W3CDTF">2026-04-16T12:39:14Z</dcterms:modified>
</cp:coreProperties>
</file>