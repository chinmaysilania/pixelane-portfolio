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E346-E731-0AC3-A156-9A392000E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64E2B-E5DF-6B84-B797-5D767C39C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C6A12-7EBE-0654-32EB-FEA8E3BC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0A39D-67C4-B804-F220-06EC3731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B3B0-672E-0A40-C012-2E63AD90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94F6-A191-AFEF-5617-6F172911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3E8DF-8785-65E0-678A-2FE64EE2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D082-D82A-0F46-FE27-FBA0B849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1E663-A1C2-1B1F-BD30-7F08D9B2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8ED86-A39E-1083-7598-5547B519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9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C636-F657-F924-19F8-2976AF9E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F12C6-2B4B-C109-DAA2-772FD1246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DADF2-1298-820A-6048-A6321CEE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24460-B9E8-F3AF-78B8-BCBD1C9C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EFEA-14CB-34CA-7D66-80054F5C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A1AD-6DF4-0BC3-7DD6-A554A1C7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BC42-AFA6-1917-BCBF-D15744E98E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74076-2A58-F0FC-316B-8E6A4F087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BA2B5-14A5-A415-B4E8-9A9B1FC41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4DBCE-86A7-54CA-8631-FA8C9962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33AD5-ABB6-6B73-AD47-6327BDC9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7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43E3-19D7-CEF0-5488-B2730BE7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2C70F-E744-BF49-076B-DE04743FF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4349F-081E-1BE7-4724-B1161C0FD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E2497-58A4-0CF9-E3FD-05D3275E9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83FDF-185B-CCE4-0278-0DE02774F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DF53E-5FF7-EDA5-271C-647AABAF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B0E54-818C-5ECE-A292-347545D2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A1CF8-1CF5-AEEA-A7E1-D9C6A8E5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8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8531-E83B-2062-6720-E54274E12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65BB7-5352-EA8B-2B58-BFC3C67A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1FB7B-3153-2E3A-D5C6-8127055D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8B76-C436-83BC-8F92-29F721EE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8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80A47-8B03-7A3F-3632-B0CF4D95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BF4E09-269D-67E8-7D71-61F358FE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3E7E7-6B44-709F-4AB0-5D891740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5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E63A-5E4A-941E-174F-3DB78637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C57A7-77E0-E830-EC0E-FB6688EC1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DFD2F-4C01-9708-A551-79C7AFBB68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99A35-3799-3EA3-D83B-D8D655DB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4312-B85A-7812-9AFC-6E5C1EA58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AA394-555B-536B-FB7F-1E28BDA9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29A9-54BF-986A-610B-E8C6010C1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C006A-FD58-0314-B17C-F0D9017AD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0A2CB-1D10-C735-3473-23B1950CA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36B35-DD23-DA7F-6D1C-264B98F5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2C54-46F3-31A2-0B9F-2BB4A7F38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A3835-5BC8-27C1-DA7E-40B0C1D9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9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F884-27E3-3920-BC20-F4BD9DC4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A0E85-0AED-7CD4-1978-DBC6130A0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5A11-94C0-2C62-D403-D3209EDC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5AD5E-EA39-CF6E-A943-A9F1762C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2C5D-1991-4F6B-74B8-313DF74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5698F-26B0-B553-9FE5-6B0045DEA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E7355-C80F-67D1-4585-F4164AE3D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79069-884B-068C-DB67-B6CD093B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1F6E-8373-7B19-A2E6-D08AE6DF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07BF-3257-EBCE-767D-5EA22062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0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7FE13-0D16-70C7-22AF-D30D159E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E7B0A-4569-DA34-A0CA-FC0285B6E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2B2A-EF8D-9F43-BF72-3610865AB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E92675-718F-4FDC-9DFF-78A28474EF2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68CF-B837-81D8-6B6D-C12A99E8D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E8462-374E-090B-8C7C-A15D0F00D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FF62B-6FB2-4A46-A106-02B1025E3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93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F7159-F74B-B53D-845C-7A0968DB9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5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4FA31-9DE6-2F46-A4A9-EDFDBA25D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9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075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Silania</dc:creator>
  <cp:lastModifiedBy>Chinmay Silania</cp:lastModifiedBy>
  <cp:revision>1</cp:revision>
  <dcterms:created xsi:type="dcterms:W3CDTF">2026-04-16T12:41:07Z</dcterms:created>
  <dcterms:modified xsi:type="dcterms:W3CDTF">2026-04-16T12:48:16Z</dcterms:modified>
</cp:coreProperties>
</file>