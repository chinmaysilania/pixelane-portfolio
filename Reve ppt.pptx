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654F-A2E7-CAAC-3B9A-DF4CC21E6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071CD5-5CA0-AAED-34C3-57A6BE3B7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D5895-B1F9-9D36-6B69-AC8B37BD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46F1E-1565-A80E-AAD1-AC1FB948E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A2275-06CE-18DE-3DAB-F087D44A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582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C22C-3AEF-1402-3DAF-B5826C83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A5DEE-E7DC-2F52-1D1F-C986E0F62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A9EA7-CEE5-78D4-CF58-D1BF0CDB4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9447F-543D-BA71-86BF-5B430AFD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8AC45-453A-7B28-1E8F-7A6257B79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2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C95E-ACC0-965D-F0C7-85616E13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7E899-0F1C-36B5-AFA7-83CA8DFA9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CFE23-6318-DCDE-132F-F902BAD79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A99E6-26BF-8E56-EC4F-87D02E7EE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435E8-160E-557A-6C45-214F2D99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14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654B5-0D1F-FC2A-A85D-74BAB00A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8A9A8-D70C-7BD9-518B-34ACD4E24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597FA-4A59-283F-5526-69B83B03D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BDC3A-A29A-A502-0E9A-975EF417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5AC0A-EACC-1F9F-5C6C-655E363E9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0BE80-3E6B-06A5-B77A-711A53B13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979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8D7C-03B2-F2F1-3804-F17C3FBBC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526C5-C208-85AD-9354-79828EDFC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27078-B697-5053-79CD-6B7EDEFFA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57A89-645B-1556-9995-436DF8E94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A3113F-03D0-947C-AE2E-0E25581D7B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FD9E2-74CD-9A75-F5F2-9DBEB692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2CE748-DE90-1F8F-F5A0-468F9FB1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E6630A-7E7C-F738-42C7-B2CD4DBC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77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C810-E615-BB89-1AFA-507D764B6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FEB05-4C79-D154-7410-835248B4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DC878-B9B7-B696-4238-3BB48DD4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05C23-399A-A9CF-AAD1-B7D825CF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39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C2775-EB68-4FEC-50A7-8FE8D6C79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4C608B-9A01-5E38-B269-F907C46A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FBA1F-F7D3-CCB6-AA0E-E9A115A2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448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BFB1D-CA45-EFA0-EDE6-82279DF17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4A86-67C0-563C-E44A-C3AF05570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BAB18-18E4-FA5B-4750-E590CFBD9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F56C1-56CA-6871-AD53-6D1DF6B24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4F55D8-82C0-5C9A-8510-0DC5725C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4F380-163A-DA52-AF3F-2EC5C1D3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909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E54DE-30F4-E933-D3C8-BEB1F7A80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17B63-8456-C2FA-A805-D0044784E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191A7-54B5-F46D-CEC5-58AE0DE41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AD61E-50DB-FFEA-C8CD-E2A0CB7FC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D8295-F8B7-3EA4-985E-659A01CF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40737-1C1D-E176-2FF7-021C7328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984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F904A-2B5E-BA0C-C9E3-E8D9B3BDD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E2EE9C-7061-571A-E05D-4A7F6C712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17527-BFB4-2DF6-E2F5-7FA6CE486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2BB6B-9B16-0BD2-DC8D-F2B0FC4BA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5A8F6-52E2-902F-9A70-5052BF901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8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4BBDA-86FA-76E7-7311-B5F87319F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F8354B-632A-DCBD-2A60-DEBB8E0C99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B42F2-D003-9A10-3F5B-325E87B80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C7512-0144-679A-8449-C0B96E8A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B2D4-820F-D705-B7D9-5D6E7F897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76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759FE5-5F00-7D2D-E0F9-28DD1EC1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97387-EA17-D145-1B6E-1ED5053D6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9D69-AF9F-5420-5E4D-086AFAE329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4E18FB-E2DD-47A6-8A8E-B4423DFDB5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63E00-B5D2-2B49-23A2-F200EFE31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2F87D-4AE0-47EC-5416-1D4A0561E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950D6-07F7-450C-BBC7-93AAC807D3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15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B13E8C-5EE1-0BD9-8FD9-634A7C5A1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62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0A98D6-51C9-4913-69D2-D4992FD14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1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2468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 Silania</dc:creator>
  <cp:lastModifiedBy>Chinmay Silania</cp:lastModifiedBy>
  <cp:revision>1</cp:revision>
  <dcterms:created xsi:type="dcterms:W3CDTF">2026-04-16T12:40:18Z</dcterms:created>
  <dcterms:modified xsi:type="dcterms:W3CDTF">2026-04-16T12:41:02Z</dcterms:modified>
</cp:coreProperties>
</file>